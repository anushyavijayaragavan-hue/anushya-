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F4C2-2D40-4F50-D8FC-82AC6EF34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63B46-C618-7A82-29A7-71CAC14A1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6ED01-75C7-99E8-2702-83104C4E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8476-56CA-9E55-C4FD-FACCCC7E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E5B8-8BCD-2415-38E3-FACBEEF8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7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6BA0-9F8F-5936-3812-65A69075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CC4E-FC0B-525D-CB46-9FB11EB27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6522C-9F79-3CFF-6CC7-9E11D275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584E-0ECF-B95D-8712-63000D4DA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8F326-A58F-C2BF-9778-A379B90C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99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DB25-96B1-68B4-939A-FD4087A2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05800-63B5-B8A6-B224-C78126005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96C5-743C-1D72-E3E7-9CE04F0B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3599-F936-34D5-4237-68EB75C7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4AC3B-45FF-4893-54DB-DCDAC6B5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11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1505-E589-5BAF-78DD-39C825E1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533A6-10EF-11FA-8A74-864C22E6F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1FFA6-CB2B-0AE0-7135-8D6639EBD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B5856-D6D5-1A05-C679-6BB7549D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5706A-DF27-CF10-A7C7-41AE6C8C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B182C-70EA-661A-1C13-42E54D7A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7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AA65-CB38-A77F-D5E4-2F4672D0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D1D22-4E85-9A76-C867-B5909C45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5B96C-5157-0F13-B2C0-7FB0710FF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99438-EE5A-8AEE-484B-5B40825AD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DAD8-CB42-B208-AEA4-CC90BD861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BE3251-5D3F-5169-E145-4781B562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9FA2C-BA99-53FD-BBA4-E931F368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856AF-AD8F-CDCB-5546-83EE2D74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10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845B-8097-CAF6-F9FF-A8BA8C4C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CFA2F-D76F-30BB-8351-EAC9BEC3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374CA-A19E-8ACE-1D60-BEBEE532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3DF99-9610-B44D-E866-BDD56463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8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F80CA-B292-4022-5EFE-4568ABF7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24E7F-CFF7-D09F-8722-4D47DD04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D90C0-992E-C2DE-BB3B-BB65227A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06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46D3-A214-EA1B-CF8A-796AA999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B2F0-7D8A-0E68-67A0-6D1603F35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E1A21-024E-E32C-29BD-D7D91EBEF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23799-5A0E-8ABB-954F-F352EDD9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150E5-E74C-0F94-5878-34560A59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9A3FE-007F-CCB3-C57E-82F2B7BE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59C7-7599-1B1C-49B9-99DAF1F5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5BF8C-5041-E51A-C19F-0B01FB4CA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266C9-9F35-DC2E-F560-EA74AEF44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901EF-6C1C-E4EC-B06F-22EA96EE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21720-A2C3-4409-74D5-1969B3F6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DCD1E-5943-5779-26E4-BA0F4A54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4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EED6-0BB1-FB18-F4CE-A9E188E3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F7AB4-A565-EBE1-38E3-E9DF1E761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9774-97A3-5B4C-9716-70EA42CC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D474A-55BF-98A1-CA84-86F8103D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35B8-51B7-5091-371A-29BB2E85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19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D9C1E-E720-BB57-7F89-A931E23AA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69F08-6E14-B78A-D886-FCFBE32DB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042AC-01A2-CF6F-398C-E3D221AE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BB89A-AAE6-6A80-08FD-14CCF62A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8F799-C8E6-220C-1C8D-51F2CD30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25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EEA25-E614-40AE-ABB2-AFA95D53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3646B-375A-173E-E0EA-9BB7F9C33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5FA42-61EB-9946-79D1-D57B5757F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2F2C3-C8EA-4649-B3A6-03F55AB139B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7ED48-F90F-3AC1-5B18-0B2DAC0CF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68865-AEDC-9DA4-BED7-B79C74B27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C999F-1EA5-459B-9A82-D9EBC63F1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1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08775D-45B2-3E68-95A9-DE5523773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48" y="0"/>
            <a:ext cx="12192000" cy="6893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1346A2-1686-560D-8DCE-C7E8FCAF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" y="-17631"/>
            <a:ext cx="1713055" cy="1713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1C8284-D251-1F65-32CC-F1B991A7C973}"/>
              </a:ext>
            </a:extLst>
          </p:cNvPr>
          <p:cNvSpPr txBox="1"/>
          <p:nvPr/>
        </p:nvSpPr>
        <p:spPr>
          <a:xfrm>
            <a:off x="5053782" y="943898"/>
            <a:ext cx="1553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TEAM 5</a:t>
            </a:r>
            <a:endParaRPr lang="en-IN" sz="24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6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2010B6-AA2E-03F9-3509-FD413FAC7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0052"/>
            <a:ext cx="12449596" cy="70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3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D8A087-D7EB-1168-634F-42C97E92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" y="36956"/>
            <a:ext cx="12360611" cy="69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5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63097F-39A3-96AC-9C94-4DD4FA029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" y="-22729"/>
            <a:ext cx="12284956" cy="695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1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C9EC9-9A1C-8E65-3D22-33A714184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683"/>
            <a:ext cx="12446596" cy="704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63910-0DE0-0612-B5AF-2AE72D48B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586" y="-80387"/>
            <a:ext cx="12805693" cy="716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0A43C-D062-A156-30F0-6DA87B2BB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" y="6145"/>
            <a:ext cx="12551914" cy="704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38D09E-9ABC-2955-729B-E50C9E6C8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388" y="-45402"/>
            <a:ext cx="12426219" cy="697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46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9F20E-8043-875A-A34F-8779E5DAE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387" y="-22446"/>
            <a:ext cx="12332639" cy="688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0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46028-73E5-E5A9-0D23-54E5A5730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" y="8089"/>
            <a:ext cx="12206417" cy="684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6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ED2751-341D-49F2-2182-E5B422FF5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24" y="1"/>
            <a:ext cx="12487764" cy="699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1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E794C-2AF3-0FFF-02D7-EA76A3F9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" y="-90142"/>
            <a:ext cx="12270836" cy="70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99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CB316-65BE-0657-A8F7-D421CADEF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" y="-22503"/>
            <a:ext cx="12303107" cy="69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8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0E77DB-B9F3-C32A-3516-0358FD689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" y="-25601"/>
            <a:ext cx="12452583" cy="69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73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BC91E-7C7B-FF7C-830C-1955D8AB9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15" y="-20096"/>
            <a:ext cx="12252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4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Amasis MT Pro Black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Tasleema B 23BTT036</dc:creator>
  <cp:lastModifiedBy>Sana Tasleema B 23BTT036</cp:lastModifiedBy>
  <cp:revision>1</cp:revision>
  <dcterms:created xsi:type="dcterms:W3CDTF">2026-02-26T05:58:06Z</dcterms:created>
  <dcterms:modified xsi:type="dcterms:W3CDTF">2026-02-26T06:13:50Z</dcterms:modified>
</cp:coreProperties>
</file>